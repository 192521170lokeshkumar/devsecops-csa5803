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5CB0-B018-669C-56F0-B7EE8DE0A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C2DE5-4EF1-7741-4DE9-954A3C5AE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D2B3C-689A-BEE7-8BD4-04F4B738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B031-7B9D-199F-3A16-C4646852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94C23-BE69-ECBA-B259-5016CE54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35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F38C-CC4F-8EF9-BD0F-783F85BB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45B9A-C9ED-99A1-A2FC-081D78293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01659-9B20-DD43-7419-0728BDAA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2E31-549B-B1F8-4BD7-536302E9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6999-A780-DB33-B8A8-5980349BA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77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2890-CCBC-846F-A0DD-F1A430828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4C00C-83CF-5514-4489-CE725ECED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D9CC8-38BA-6491-544F-7AA14DEC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6FE61-467C-8991-41EA-C2891A100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5998C-CC91-0619-607C-4E57FDFD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97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A481-56F9-4E89-299E-FB484F1E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ADF5-802F-84F1-D06A-29B3F37AD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88E7A-3873-BE9B-39BE-9F4010B65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7CD73-4F97-A9B4-F488-0B14D9BF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93F7C-B61D-CF94-1B18-399E414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3855F-D706-0E2F-14C5-7BFF94F6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17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784E-E656-9229-0E02-00706E3B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DAFC5-1ED7-E50A-6A91-0CC422B86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12799-0A81-7F43-62AC-5611881A1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515C8-20C7-47B6-DD21-141866CC5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75353-5E89-C453-D0F1-031CA9156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5B897-D16F-DA0B-CB2C-5FD45248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1CF4A-24CB-CB87-B764-69AA0A64E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01B8A-BCEC-2FAE-0040-FC4498965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90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5B121-31F4-292B-C294-C55D1464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A2BE8-B312-E1EF-34AD-5426DEF2E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C6E99-0929-6DEE-263A-0D327897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3401A-1C61-438C-3D3A-4738AB78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60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C17E4-87B6-903C-84C1-65CCF90E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A0C30C-92CA-79F4-B663-D2CA98EA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15CA-16BD-AAF2-D3F2-D607741F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85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F977-0BB8-846A-F536-2AEAC51E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15A9-3FBD-2F30-4540-355AC727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A6705-20CD-1BF8-4FDC-24AFBF21D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29645-D17F-BF8F-9FCE-F8B1012F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87AC6-32C4-6990-D61A-6BC9C31E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7E0E8-46EF-E1F6-D216-BEE61D19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23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C3DA-316D-48C2-EFF1-E2A018F3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8CD04-8BAD-14A9-9FBA-78D158C52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8B258-79D5-4DF7-3693-18F152004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F780C-DF03-FB19-74DD-F3E3042A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1FE83-8302-BC54-1103-90DBDB234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A83F9-DAC6-05D8-7BBA-9E263327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63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19C3-820B-7489-8272-16CE2E08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07034-11DC-42B1-8DF8-4F3CF7E11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79541-A4F5-0DA4-7731-63BBC21E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3595B-F6A1-0A95-73D9-C5F4EC4B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86B3D-287A-A1DD-1153-BEC7C0AC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59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BE87F7-1F17-B523-552F-2FA70442F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31E60-3FBD-A2B9-020A-642424881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448AF-57D5-0B4E-D4C1-12CD3C5E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44428-BEFE-4562-C6AD-0E3038B3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8F4CF-60F6-716A-C3BC-B01C0C0B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5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C0DEB0-C935-8EC5-3824-3F784BB92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C884F-06E1-B4D3-5953-43C6C6550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21A4-1682-1830-3FC1-485FFD155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71DE3-B394-4804-A46B-553A40C0F60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8BB7-5BC9-6FB5-7D19-E5C47FAE2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3FA05-C3E8-0D2E-4001-29091693A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DA4ED-CC60-453C-BF32-0CE80935B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495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CA9BC1-84EE-5244-0C1A-F750D75B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58" b="21072"/>
          <a:stretch>
            <a:fillRect/>
          </a:stretch>
        </p:blipFill>
        <p:spPr>
          <a:xfrm>
            <a:off x="261366" y="93927"/>
            <a:ext cx="11669268" cy="1373591"/>
          </a:xfrm>
          <a:prstGeom prst="rect">
            <a:avLst/>
          </a:prstGeom>
          <a:solidFill>
            <a:srgbClr val="B8D873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99977-00EE-CC72-770E-89931765FAEC}"/>
              </a:ext>
            </a:extLst>
          </p:cNvPr>
          <p:cNvSpPr txBox="1"/>
          <p:nvPr/>
        </p:nvSpPr>
        <p:spPr>
          <a:xfrm>
            <a:off x="7787416" y="4536425"/>
            <a:ext cx="46645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endParaRPr lang="en-US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 GIRI PRASATH(192465006)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 LOKESH KUMAR(192521170)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AUSTIN(192421004)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 THARUN KUMAR REDDY(192565015)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9ACB4-8E41-5FD1-76EE-604281A1A92C}"/>
              </a:ext>
            </a:extLst>
          </p:cNvPr>
          <p:cNvSpPr txBox="1"/>
          <p:nvPr/>
        </p:nvSpPr>
        <p:spPr>
          <a:xfrm>
            <a:off x="261366" y="4683791"/>
            <a:ext cx="3898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DR.R.PICHANDI</a:t>
            </a: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D40C9-1DFD-C847-F10E-F81051C9A3F8}"/>
              </a:ext>
            </a:extLst>
          </p:cNvPr>
          <p:cNvSpPr txBox="1"/>
          <p:nvPr/>
        </p:nvSpPr>
        <p:spPr>
          <a:xfrm>
            <a:off x="938980" y="2121547"/>
            <a:ext cx="10314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STUDENT INFORMATION MANAGEMENT SYSTEM WITH ROLE-BASED ACCESS CONTROL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24431-44D6-B689-3917-8300CB9C4911}"/>
              </a:ext>
            </a:extLst>
          </p:cNvPr>
          <p:cNvSpPr txBox="1"/>
          <p:nvPr/>
        </p:nvSpPr>
        <p:spPr>
          <a:xfrm>
            <a:off x="2615381" y="3344374"/>
            <a:ext cx="8190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CSA-5803 DEVSECOPS ENGINEERING AND APPLICATION SECURITY</a:t>
            </a:r>
          </a:p>
          <a:p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1512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997F4-627D-4298-1CD7-8E073D99D17B}"/>
              </a:ext>
            </a:extLst>
          </p:cNvPr>
          <p:cNvSpPr txBox="1"/>
          <p:nvPr/>
        </p:nvSpPr>
        <p:spPr>
          <a:xfrm>
            <a:off x="5637475" y="29698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176E05-3C1B-C5B0-E59E-B16E9639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7" y="231429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5A67D2-9DE2-51B2-E947-EF36AC662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62571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0A3E79-86B6-C72A-B1E2-5CAB2643144F}"/>
              </a:ext>
            </a:extLst>
          </p:cNvPr>
          <p:cNvSpPr txBox="1"/>
          <p:nvPr/>
        </p:nvSpPr>
        <p:spPr>
          <a:xfrm>
            <a:off x="1927123" y="2459955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manages student information and academic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role-based access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Admin, Faculty, and Students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user authentication and authorization.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data from unauthorized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audit logs to monitor user activities and improve system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F9EF4-9A75-DADA-7EE3-7D77ADC885B8}"/>
              </a:ext>
            </a:extLst>
          </p:cNvPr>
          <p:cNvSpPr txBox="1"/>
          <p:nvPr/>
        </p:nvSpPr>
        <p:spPr>
          <a:xfrm>
            <a:off x="4065639" y="384489"/>
            <a:ext cx="4866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8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E144-A536-9274-3C94-8D2A1F26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2F11D-4DC8-08B5-11D6-23645AAAFB6B}"/>
              </a:ext>
            </a:extLst>
          </p:cNvPr>
          <p:cNvSpPr txBox="1"/>
          <p:nvPr/>
        </p:nvSpPr>
        <p:spPr>
          <a:xfrm>
            <a:off x="5637475" y="29698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A9F80-1416-C1C9-55AE-EA1F22C32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7" y="231429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225F1B-FCE1-4934-442D-0A3972F1E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62571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FB860B-A9F4-5C34-A6AC-A215E31CCFD4}"/>
              </a:ext>
            </a:extLst>
          </p:cNvPr>
          <p:cNvSpPr txBox="1"/>
          <p:nvPr/>
        </p:nvSpPr>
        <p:spPr>
          <a:xfrm>
            <a:off x="1932039" y="2458064"/>
            <a:ext cx="83279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data is vulnerable to unauthorized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may cause data errors and duplication.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role-based permissions reduces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student information needs better protection.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RBAC system is required for safe and efficient data management.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E2860-C983-B4E1-00B7-F7A9F2AC2719}"/>
              </a:ext>
            </a:extLst>
          </p:cNvPr>
          <p:cNvSpPr txBox="1"/>
          <p:nvPr/>
        </p:nvSpPr>
        <p:spPr>
          <a:xfrm>
            <a:off x="3687097" y="431656"/>
            <a:ext cx="5801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53358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97A1-9659-472D-0748-229872F6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691721-8B23-2889-B80C-5F3B3BCD4CD0}"/>
              </a:ext>
            </a:extLst>
          </p:cNvPr>
          <p:cNvSpPr txBox="1"/>
          <p:nvPr/>
        </p:nvSpPr>
        <p:spPr>
          <a:xfrm>
            <a:off x="5637475" y="29698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91049-D2D3-5A26-05BB-6A22CB339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7" y="231429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DE1B54-8F91-9FBE-714F-D62F2267B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62571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F666D9-B880-B3A0-543E-AA8BEF51C236}"/>
              </a:ext>
            </a:extLst>
          </p:cNvPr>
          <p:cNvSpPr txBox="1"/>
          <p:nvPr/>
        </p:nvSpPr>
        <p:spPr>
          <a:xfrm>
            <a:off x="1932039" y="2458064"/>
            <a:ext cx="832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AB08A-7F37-A7F9-C617-96E64D43F636}"/>
              </a:ext>
            </a:extLst>
          </p:cNvPr>
          <p:cNvSpPr txBox="1"/>
          <p:nvPr/>
        </p:nvSpPr>
        <p:spPr>
          <a:xfrm>
            <a:off x="2241755" y="580103"/>
            <a:ext cx="7393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E886E-F7E6-0AB8-5045-7D5B07E1E5BB}"/>
              </a:ext>
            </a:extLst>
          </p:cNvPr>
          <p:cNvSpPr txBox="1"/>
          <p:nvPr/>
        </p:nvSpPr>
        <p:spPr>
          <a:xfrm>
            <a:off x="2408903" y="2458064"/>
            <a:ext cx="6892413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 authentication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assignment (Admin, Faculty, Student)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and account management</a:t>
            </a:r>
          </a:p>
        </p:txBody>
      </p:sp>
    </p:spTree>
    <p:extLst>
      <p:ext uri="{BB962C8B-B14F-4D97-AF65-F5344CB8AC3E}">
        <p14:creationId xmlns:p14="http://schemas.microsoft.com/office/powerpoint/2010/main" val="358401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FAEF-A356-D125-2DFC-74B12C93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6BBF92-8EC0-9104-5289-C6D9D8FEDDE2}"/>
              </a:ext>
            </a:extLst>
          </p:cNvPr>
          <p:cNvSpPr txBox="1"/>
          <p:nvPr/>
        </p:nvSpPr>
        <p:spPr>
          <a:xfrm>
            <a:off x="5637475" y="29698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34937-BC76-86E9-8AE9-E785AF75E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7" y="231429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83EF1E-4D8B-D502-9939-F4D118ED1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62571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80AC3-A69F-DDE1-D2F6-F128DF41E5E5}"/>
              </a:ext>
            </a:extLst>
          </p:cNvPr>
          <p:cNvSpPr txBox="1"/>
          <p:nvPr/>
        </p:nvSpPr>
        <p:spPr>
          <a:xfrm>
            <a:off x="1932039" y="2458064"/>
            <a:ext cx="832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25B4C-C35A-3A0E-1351-19E381B05AD8}"/>
              </a:ext>
            </a:extLst>
          </p:cNvPr>
          <p:cNvSpPr txBox="1"/>
          <p:nvPr/>
        </p:nvSpPr>
        <p:spPr>
          <a:xfrm>
            <a:off x="3234813" y="1061884"/>
            <a:ext cx="4906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Module 2: Student Information Management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A9B03-F97E-CB04-0922-5F3233D095D5}"/>
              </a:ext>
            </a:extLst>
          </p:cNvPr>
          <p:cNvSpPr txBox="1"/>
          <p:nvPr/>
        </p:nvSpPr>
        <p:spPr>
          <a:xfrm>
            <a:off x="2064774" y="2458064"/>
            <a:ext cx="5250426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student records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student details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student information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records (Admin only)</a:t>
            </a:r>
          </a:p>
        </p:txBody>
      </p:sp>
    </p:spTree>
    <p:extLst>
      <p:ext uri="{BB962C8B-B14F-4D97-AF65-F5344CB8AC3E}">
        <p14:creationId xmlns:p14="http://schemas.microsoft.com/office/powerpoint/2010/main" val="3047844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1CF59-65F7-5A4D-9CD6-874C04A4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58C9C-8871-102D-33B1-A27BF4965FD9}"/>
              </a:ext>
            </a:extLst>
          </p:cNvPr>
          <p:cNvSpPr txBox="1"/>
          <p:nvPr/>
        </p:nvSpPr>
        <p:spPr>
          <a:xfrm>
            <a:off x="5637475" y="29698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0B227-ACC0-7F5E-C290-FFCE182D6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7" y="231429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C7595-3444-2DCA-A104-F71D37135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62571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AADB8-22CA-EE86-C44D-416520DD4129}"/>
              </a:ext>
            </a:extLst>
          </p:cNvPr>
          <p:cNvSpPr txBox="1"/>
          <p:nvPr/>
        </p:nvSpPr>
        <p:spPr>
          <a:xfrm>
            <a:off x="1932039" y="2458064"/>
            <a:ext cx="832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4E8BB-4D32-93B8-9956-1F17AB976FA9}"/>
              </a:ext>
            </a:extLst>
          </p:cNvPr>
          <p:cNvSpPr txBox="1"/>
          <p:nvPr/>
        </p:nvSpPr>
        <p:spPr>
          <a:xfrm>
            <a:off x="3227439" y="823852"/>
            <a:ext cx="5737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Role-Based Access Control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902FD-32D0-74D5-DFFF-7732288E0F7D}"/>
              </a:ext>
            </a:extLst>
          </p:cNvPr>
          <p:cNvSpPr txBox="1"/>
          <p:nvPr/>
        </p:nvSpPr>
        <p:spPr>
          <a:xfrm>
            <a:off x="2340078" y="2642730"/>
            <a:ext cx="5781042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user roles and permissions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unauthorized access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role-specific features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sensitive student data</a:t>
            </a:r>
          </a:p>
        </p:txBody>
      </p:sp>
    </p:spTree>
    <p:extLst>
      <p:ext uri="{BB962C8B-B14F-4D97-AF65-F5344CB8AC3E}">
        <p14:creationId xmlns:p14="http://schemas.microsoft.com/office/powerpoint/2010/main" val="246898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B60D-C064-9004-8A8C-DE06F569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83C44-605E-9306-AA26-4501E232C6A7}"/>
              </a:ext>
            </a:extLst>
          </p:cNvPr>
          <p:cNvSpPr txBox="1"/>
          <p:nvPr/>
        </p:nvSpPr>
        <p:spPr>
          <a:xfrm>
            <a:off x="5637475" y="296981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DE9A8-E16B-0F64-965F-8B496BC33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87" y="231429"/>
            <a:ext cx="853234" cy="994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B3DFA3-88B7-C546-4A8B-B93512093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53" y="162571"/>
            <a:ext cx="1926976" cy="11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03B425-C783-FB39-2412-F2854353DFE4}"/>
              </a:ext>
            </a:extLst>
          </p:cNvPr>
          <p:cNvSpPr txBox="1"/>
          <p:nvPr/>
        </p:nvSpPr>
        <p:spPr>
          <a:xfrm>
            <a:off x="1932039" y="2458064"/>
            <a:ext cx="8327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AD6B9-C2DE-0E02-7E4A-80524D6D4996}"/>
              </a:ext>
            </a:extLst>
          </p:cNvPr>
          <p:cNvSpPr txBox="1"/>
          <p:nvPr/>
        </p:nvSpPr>
        <p:spPr>
          <a:xfrm>
            <a:off x="2659626" y="724044"/>
            <a:ext cx="66121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Module 4: Audit Logs &amp; Security Monitoring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8FB29A-26DF-64FE-F331-1333A3DE11BC}"/>
              </a:ext>
            </a:extLst>
          </p:cNvPr>
          <p:cNvSpPr txBox="1"/>
          <p:nvPr/>
        </p:nvSpPr>
        <p:spPr>
          <a:xfrm>
            <a:off x="2340078" y="2458064"/>
            <a:ext cx="57712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user login/logout activities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data modifications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unauthorized access attempts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activity logs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738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248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chithirai selvan</dc:creator>
  <cp:lastModifiedBy>lokesh kumar</cp:lastModifiedBy>
  <cp:revision>3</cp:revision>
  <dcterms:created xsi:type="dcterms:W3CDTF">2026-06-24T04:13:59Z</dcterms:created>
  <dcterms:modified xsi:type="dcterms:W3CDTF">2026-07-28T08:45:53Z</dcterms:modified>
</cp:coreProperties>
</file>